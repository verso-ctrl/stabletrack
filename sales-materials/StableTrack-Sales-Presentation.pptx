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thank you for your time. StableTrack is horse farm management software that finally makes running a barn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ask - does any of this sound familiar? Most barn managers I talk to are dealing with scattered records, scheduling chaos, and spending their weekends on invoicing. Sound familiar?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StableTrack solves all of this by putting everything in one place that works on any device - even from the barn aisle on your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horse gets a complete profile - basic info, health records, feed programs, documents. Your team can pull up any horse's info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it gets powerful. The system automatically tracks when coggins and vaccinations expire and alerts you 30 days before. No more last-minute scrambles.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control exactly who sees what. Your vet doesn't need to see billing. Your clients don't see other people's horses. Everyone gets the right level of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Horse owners get their own portal where they can see their horses, health records, and invoices. This alone eliminates hours of phone calls and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invoices takes about 30 seconds. Set up recurring billing for monthly boarding and it goes out automatically. Most barn owners save 5-10 hours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simple and transparent. For a barn your size, I'd recommend [adjust to audience]. That's less than the cost of one lesson, and it saves you hours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- ready to simplify your barn management? You can start a free trial today, no credit card required. What questions do you have?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914400"/>
            <a:ext cx="1143000" cy="11430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rasterized-svg-1ee8dd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25" y="1152525"/>
            <a:ext cx="666750" cy="666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16273" y="2438400"/>
            <a:ext cx="2511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StableTrack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569698" y="3200400"/>
            <a:ext cx="40044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Horse Farm Management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27630" y="3962400"/>
            <a:ext cx="1088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buNone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Simple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287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19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Scattered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5621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records in binders, spreadsheets, text messages. When's the coggins due?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3622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5527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Scheduling Chaos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8956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calendars, sticky notes. Did someone tell the vet about Tuesday?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36957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886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Billing Headaches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42291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month means hours creating invoices. Who paid? Who didn't?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10287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0" y="1219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Communication Gaps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14900" y="15621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caretaker get the vet's instructions? Does the owner know what happened?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4400" y="23622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4900" y="25527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No Mobile Access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14900" y="28956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Everything's on the office computer. Can't check anything from the barn.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3695700"/>
            <a:ext cx="403860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3886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Staff Turnover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4900" y="422910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leaves, their knowledge goes with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place. Accessible from anywhere.</a:t>
            </a:r>
            <a:endParaRPr lang="en-US" sz="1500" dirty="0"/>
          </a:p>
        </p:txBody>
      </p:sp>
      <p:pic>
        <p:nvPicPr>
          <p:cNvPr id="4" name="Image 0" descr="/tmp/rasterized-gradient-0bcd7e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32670"/>
            <a:ext cx="1493490" cy="26973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811" y="20612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🐴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9237" y="2967930"/>
            <a:ext cx="1057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 Profiles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9237" y="3729930"/>
            <a:ext cx="10570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records for every horse</a:t>
            </a:r>
            <a:endParaRPr lang="en-US" sz="1050" dirty="0"/>
          </a:p>
        </p:txBody>
      </p:sp>
      <p:pic>
        <p:nvPicPr>
          <p:cNvPr id="8" name="Image 1" descr="/tmp/rasterized-gradient-818085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090" y="1832670"/>
            <a:ext cx="1493490" cy="26973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58902" y="20612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2321327" y="2967930"/>
            <a:ext cx="1057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Tracking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321327" y="3729930"/>
            <a:ext cx="10570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Vaccinations, coggins, vet visits</a:t>
            </a:r>
            <a:endParaRPr lang="en-US" sz="1050" dirty="0"/>
          </a:p>
        </p:txBody>
      </p:sp>
      <p:pic>
        <p:nvPicPr>
          <p:cNvPr id="12" name="Image 2" descr="/tmp/rasterized-gradient-604d8cc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180" y="1927920"/>
            <a:ext cx="1493490" cy="25068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80992" y="215652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4043418" y="3063180"/>
            <a:ext cx="1057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043418" y="3825180"/>
            <a:ext cx="1057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with reminders</a:t>
            </a:r>
            <a:endParaRPr lang="en-US" sz="1050" dirty="0"/>
          </a:p>
        </p:txBody>
      </p:sp>
      <p:pic>
        <p:nvPicPr>
          <p:cNvPr id="16" name="Image 3" descr="/tmp/rasterized-gradient-3ca810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271" y="1927920"/>
            <a:ext cx="1493490" cy="25068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03082" y="215652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3600" dirty="0"/>
          </a:p>
        </p:txBody>
      </p:sp>
      <p:sp>
        <p:nvSpPr>
          <p:cNvPr id="18" name="Text 12"/>
          <p:cNvSpPr/>
          <p:nvPr/>
        </p:nvSpPr>
        <p:spPr>
          <a:xfrm>
            <a:off x="5765508" y="3063180"/>
            <a:ext cx="1057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Access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765508" y="3825180"/>
            <a:ext cx="1057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permissions</a:t>
            </a:r>
            <a:endParaRPr lang="en-US" sz="1050" dirty="0"/>
          </a:p>
        </p:txBody>
      </p:sp>
      <p:pic>
        <p:nvPicPr>
          <p:cNvPr id="20" name="Image 4" descr="/tmp/rasterized-gradient-56981f5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361" y="2061270"/>
            <a:ext cx="1493490" cy="224016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25172" y="2289870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3600" dirty="0"/>
          </a:p>
        </p:txBody>
      </p:sp>
      <p:sp>
        <p:nvSpPr>
          <p:cNvPr id="22" name="Text 15"/>
          <p:cNvSpPr/>
          <p:nvPr/>
        </p:nvSpPr>
        <p:spPr>
          <a:xfrm>
            <a:off x="7520388" y="3196530"/>
            <a:ext cx="991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Billing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487598" y="3691830"/>
            <a:ext cx="1057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in seconds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Horse Profiles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00050" y="1895475"/>
            <a:ext cx="0" cy="4762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89547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About Every Horse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21812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breed, age, owner, photos — all the basics.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0050" y="2505075"/>
            <a:ext cx="0" cy="4762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250507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2450" y="27908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Vaccinations, vet visits, dental, farrier history.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0050" y="3114675"/>
            <a:ext cx="0" cy="4762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311467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Programs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2450" y="34004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exact feeding schedules for staff.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0050" y="3724275"/>
            <a:ext cx="0" cy="4762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450" y="372427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2450" y="4010025"/>
            <a:ext cx="37890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Coggins, vet reports, papers — always accessible.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95800" y="2366963"/>
            <a:ext cx="4267200" cy="1362075"/>
          </a:xfrm>
          <a:prstGeom prst="roundRect">
            <a:avLst>
              <a:gd name="adj" fmla="val 4476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86300" y="2557463"/>
            <a:ext cx="3886200" cy="981075"/>
          </a:xfrm>
          <a:prstGeom prst="roundRect">
            <a:avLst>
              <a:gd name="adj" fmla="val 11650"/>
            </a:avLst>
          </a:prstGeom>
          <a:solidFill>
            <a:srgbClr val="4440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690813"/>
            <a:ext cx="666750" cy="66675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91556" y="2690813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Thunder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91556" y="2995613"/>
            <a:ext cx="2875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Thoroughbred • Bay • 8 years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Coggins Again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2019300"/>
            <a:ext cx="4076700" cy="6096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7902" y="2143125"/>
            <a:ext cx="1503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Coggins Expiring Soon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7902" y="2352675"/>
            <a:ext cx="1503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Thunder expires in 15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743200"/>
            <a:ext cx="4076700" cy="60960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7902" y="2867025"/>
            <a:ext cx="149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 Complete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7902" y="3076575"/>
            <a:ext cx="149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 - Rabies updated today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467100"/>
            <a:ext cx="4076700" cy="6096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7902" y="3590925"/>
            <a:ext cx="17560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Upcoming: Vet Visit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7902" y="3800475"/>
            <a:ext cx="17560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- Annual checkup tomorrow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6300" y="1762125"/>
            <a:ext cx="4076700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8700" y="1914525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8700" y="22002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notice before coggins and vaccines expire.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2657475"/>
            <a:ext cx="4076700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38700" y="2809875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38700" y="30956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vet visit, vaccination, dental logged and searchable.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3552825"/>
            <a:ext cx="4076700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8700" y="3705225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Documents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8700" y="39909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PDFs of lab results, X-rays, certificates.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51589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Access for Everyone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409700"/>
            <a:ext cx="269245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428750"/>
            <a:ext cx="26924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104" y="1638300"/>
            <a:ext cx="544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019300"/>
            <a:ext cx="2357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 to everything including billing and settings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25850" y="1409700"/>
            <a:ext cx="269245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5850" y="1428750"/>
            <a:ext cx="26924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5953" y="1638300"/>
            <a:ext cx="719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16350" y="2019300"/>
            <a:ext cx="2357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operations, horses, events, and 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0699" y="1409700"/>
            <a:ext cx="269245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70699" y="1428750"/>
            <a:ext cx="26924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0803" y="1638300"/>
            <a:ext cx="806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Caretaker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1199" y="2019300"/>
            <a:ext cx="2357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care, feeding logs, task completion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2743200"/>
            <a:ext cx="269245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1000" y="2762250"/>
            <a:ext cx="26924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104" y="2971800"/>
            <a:ext cx="917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Access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71500" y="3352800"/>
            <a:ext cx="2357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horses and add health records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25850" y="2838450"/>
            <a:ext cx="2692450" cy="990600"/>
          </a:xfrm>
          <a:prstGeom prst="roundRect">
            <a:avLst>
              <a:gd name="adj" fmla="val 615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25850" y="2857500"/>
            <a:ext cx="26924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5953" y="3067050"/>
            <a:ext cx="1208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Farrier Access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416350" y="3448050"/>
            <a:ext cx="23576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horses and farrier appointments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70699" y="2743200"/>
            <a:ext cx="2692450" cy="1181100"/>
          </a:xfrm>
          <a:prstGeom prst="roundRect">
            <a:avLst>
              <a:gd name="adj" fmla="val 5161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70699" y="2762250"/>
            <a:ext cx="2692450" cy="0"/>
          </a:xfrm>
          <a:prstGeom prst="line">
            <a:avLst/>
          </a:prstGeom>
          <a:noFill/>
          <a:ln w="38100">
            <a:solidFill>
              <a:srgbClr val="787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0803" y="2971800"/>
            <a:ext cx="485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61199" y="3352800"/>
            <a:ext cx="2357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only their own horses and invoices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Clients Informed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2351782"/>
            <a:ext cx="3706118" cy="1392436"/>
          </a:xfrm>
          <a:prstGeom prst="roundRect">
            <a:avLst>
              <a:gd name="adj" fmla="val 8209"/>
            </a:avLst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3400" y="2908995"/>
            <a:ext cx="3401318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250418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699" y="2549872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3450" y="2509838"/>
            <a:ext cx="12309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Meadowbrook Stables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3450" y="2669828"/>
            <a:ext cx="1230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3028057"/>
            <a:ext cx="1653034" cy="563761"/>
          </a:xfrm>
          <a:prstGeom prst="roundRect">
            <a:avLst>
              <a:gd name="adj" fmla="val 1013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3123307"/>
            <a:ext cx="14917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8650" y="3363218"/>
            <a:ext cx="149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Horses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1684" y="3028057"/>
            <a:ext cx="1653034" cy="563761"/>
          </a:xfrm>
          <a:prstGeom prst="roundRect">
            <a:avLst>
              <a:gd name="adj" fmla="val 1013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76934" y="3123307"/>
            <a:ext cx="14917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76934" y="3363218"/>
            <a:ext cx="149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15718" y="176212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68118" y="191452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Horses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8118" y="220027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health records, vaccinations, coggins status.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265747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68118" y="280987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Invoices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68118" y="309562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view of what they owe. No more confusion.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5718" y="355282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68118" y="370522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Schedule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68118" y="399097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vet visits, farrier appointments.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 Faster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2122289"/>
            <a:ext cx="3706118" cy="1889522"/>
          </a:xfrm>
          <a:prstGeom prst="roundRect">
            <a:avLst>
              <a:gd name="adj" fmla="val 6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312789"/>
            <a:ext cx="11147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#1042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8519" y="2312789"/>
            <a:ext cx="508099" cy="222796"/>
          </a:xfrm>
          <a:prstGeom prst="roundRect">
            <a:avLst>
              <a:gd name="adj" fmla="val 427093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02819" y="2350889"/>
            <a:ext cx="2850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571500" y="2692747"/>
            <a:ext cx="3325118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811810"/>
            <a:ext cx="829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- January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83322" y="2811810"/>
            <a:ext cx="4215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$600.00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3028950"/>
            <a:ext cx="667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(4x)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83322" y="3028950"/>
            <a:ext cx="4215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$200.00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3246090"/>
            <a:ext cx="3433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Farrier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83322" y="3246090"/>
            <a:ext cx="4215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$150.00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" y="3529905"/>
            <a:ext cx="3325118" cy="0"/>
          </a:xfrm>
          <a:prstGeom prst="line">
            <a:avLst/>
          </a:prstGeom>
          <a:noFill/>
          <a:ln w="19050">
            <a:solidFill>
              <a:srgbClr val="1C19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634680"/>
            <a:ext cx="3148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4564" y="3634680"/>
            <a:ext cx="491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$950.00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5718" y="178117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68118" y="193357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Invoices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68118" y="221932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client, add services, send. Professional PDF.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15718" y="267652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68118" y="282892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Billing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68118" y="311467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boarding goes out automatically on the 1st.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15718" y="3571875"/>
            <a:ext cx="4447282" cy="781050"/>
          </a:xfrm>
          <a:prstGeom prst="roundRect">
            <a:avLst>
              <a:gd name="adj" fmla="val 14634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68118" y="3724275"/>
            <a:ext cx="422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Tracking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68118" y="4010025"/>
            <a:ext cx="4225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paid and who's overdue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4853" y="381000"/>
            <a:ext cx="46342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7180" y="8763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 • No credit card required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600200"/>
            <a:ext cx="1971675" cy="3162300"/>
          </a:xfrm>
          <a:prstGeom prst="roundRect">
            <a:avLst>
              <a:gd name="adj" fmla="val 3092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843088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338388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09600" y="2871788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" y="3371850"/>
            <a:ext cx="1514475" cy="0"/>
          </a:xfrm>
          <a:prstGeom prst="line">
            <a:avLst/>
          </a:prstGeom>
          <a:noFill/>
          <a:ln w="9525">
            <a:solidFill>
              <a:srgbClr val="444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35290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5 horses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7957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 barn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4062412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health records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43291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Calendar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05075" y="1600200"/>
            <a:ext cx="2009775" cy="3162300"/>
          </a:xfrm>
          <a:prstGeom prst="roundRect">
            <a:avLst>
              <a:gd name="adj" fmla="val 3033"/>
            </a:avLst>
          </a:prstGeom>
          <a:solidFill>
            <a:srgbClr val="292524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39529" y="1504950"/>
            <a:ext cx="740866" cy="222796"/>
          </a:xfrm>
          <a:prstGeom prst="roundRect">
            <a:avLst>
              <a:gd name="adj" fmla="val 427093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53829" y="1543050"/>
            <a:ext cx="5225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752725" y="1843088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52725" y="2338388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2752725" y="2871788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$39/mo yearly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52725" y="3371850"/>
            <a:ext cx="1514475" cy="0"/>
          </a:xfrm>
          <a:prstGeom prst="line">
            <a:avLst/>
          </a:prstGeom>
          <a:noFill/>
          <a:ln w="9525">
            <a:solidFill>
              <a:srgbClr val="444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52725" y="35290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25 horses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52725" y="37957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team members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52725" y="4062412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Billing &amp; invoicing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52725" y="43291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Client portal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7250" y="1600200"/>
            <a:ext cx="1971675" cy="3162300"/>
          </a:xfrm>
          <a:prstGeom prst="roundRect">
            <a:avLst>
              <a:gd name="adj" fmla="val 3092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5850" y="1843088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95850" y="2338388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4895850" y="2871788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$79/mo yearly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5850" y="3371850"/>
            <a:ext cx="1514475" cy="0"/>
          </a:xfrm>
          <a:prstGeom prst="line">
            <a:avLst/>
          </a:prstGeom>
          <a:noFill/>
          <a:ln w="9525">
            <a:solidFill>
              <a:srgbClr val="444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5850" y="35290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100 horses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5850" y="37957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3 barns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5850" y="4062412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team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5850" y="43291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reports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91325" y="1600200"/>
            <a:ext cx="1971675" cy="3162300"/>
          </a:xfrm>
          <a:prstGeom prst="roundRect">
            <a:avLst>
              <a:gd name="adj" fmla="val 3092"/>
            </a:avLst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19925" y="1843088"/>
            <a:ext cx="1544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19925" y="2338388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2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$249</a:t>
            </a:r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7019925" y="2871788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$199/mo yearly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19925" y="3371850"/>
            <a:ext cx="1514475" cy="0"/>
          </a:xfrm>
          <a:prstGeom prst="line">
            <a:avLst/>
          </a:prstGeom>
          <a:noFill/>
          <a:ln w="9525">
            <a:solidFill>
              <a:srgbClr val="4440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9925" y="35290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horses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19925" y="37957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barns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19925" y="4062412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access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19925" y="4329113"/>
            <a:ext cx="1544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support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5917" y="1040160"/>
            <a:ext cx="4632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Simplify Your Barn?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04429" y="1954560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45899" y="2491680"/>
            <a:ext cx="1753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records in one place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76241" y="1954560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095284" y="2491680"/>
            <a:ext cx="1598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coggins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21821" y="1954560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95895" y="2491680"/>
            <a:ext cx="108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 faster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73367" y="1954560"/>
            <a:ext cx="4364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184477" y="2491680"/>
            <a:ext cx="1814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everyone informed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74491" y="3253680"/>
            <a:ext cx="2995017" cy="506611"/>
          </a:xfrm>
          <a:prstGeom prst="roundRect">
            <a:avLst>
              <a:gd name="adj" fmla="val 225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3161" y="3387030"/>
            <a:ext cx="22776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Free 14-Day Trial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1401" y="3874591"/>
            <a:ext cx="1581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 required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StableTrack - Sales Presentation</dc:title>
  <dc:subject>Horse Farm Management Software</dc:subject>
  <dc:creator>StableTrack</dc:creator>
  <cp:lastModifiedBy>StableTrack</cp:lastModifiedBy>
  <cp:revision>1</cp:revision>
  <dcterms:created xsi:type="dcterms:W3CDTF">2026-01-07T23:40:37Z</dcterms:created>
  <dcterms:modified xsi:type="dcterms:W3CDTF">2026-01-07T23:40:37Z</dcterms:modified>
</cp:coreProperties>
</file>